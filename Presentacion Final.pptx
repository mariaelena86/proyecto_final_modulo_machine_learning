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158" autoAdjust="0"/>
    <p:restoredTop sz="94622" autoAdjust="0"/>
  </p:normalViewPr>
  <p:slideViewPr>
    <p:cSldViewPr>
      <p:cViewPr varScale="1">
        <p:scale>
          <a:sx n="74" d="100"/>
          <a:sy n="74" d="100"/>
        </p:scale>
        <p:origin x="87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5AEA3-F8BF-4F3F-BD99-39281045ED4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70442-48F7-44B5-9191-D65647090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49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D70442-48F7-44B5-9191-D65647090B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93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</Words>
  <Application>Microsoft Office PowerPoint</Application>
  <PresentationFormat>Custom</PresentationFormat>
  <Paragraphs>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Enrique Saura Guerra</cp:lastModifiedBy>
  <cp:revision>2</cp:revision>
  <dcterms:created xsi:type="dcterms:W3CDTF">2006-08-16T00:00:00Z</dcterms:created>
  <dcterms:modified xsi:type="dcterms:W3CDTF">2026-09-27T17:56:27Z</dcterms:modified>
</cp:coreProperties>
</file>